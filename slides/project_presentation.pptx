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8A6E6E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12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6E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0E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0E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0E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0E1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0E1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Portfolio average</c:v>
                  </c:pt>
                  <c:pt idx="1">
                    <c:v>Lower secondary edu.</c:v>
                  </c:pt>
                  <c:pt idx="2">
                    <c:v>Drivers</c:v>
                  </c:pt>
                  <c:pt idx="3">
                    <c:v>With parents</c:v>
                  </c:pt>
                  <c:pt idx="4">
                    <c:v>Rented apartment</c:v>
                  </c:pt>
                  <c:pt idx="5">
                    <c:v>Low-skill Laborers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8.07</c:v>
                </c:pt>
                <c:pt idx="1">
                  <c:v>10.93</c:v>
                </c:pt>
                <c:pt idx="2">
                  <c:v>11.33</c:v>
                </c:pt>
                <c:pt idx="3">
                  <c:v>11.7</c:v>
                </c:pt>
                <c:pt idx="4">
                  <c:v>12.32</c:v>
                </c:pt>
                <c:pt idx="5">
                  <c:v>17.16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2B12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6B0E1A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12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0E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0E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0E1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Never Refused</c:v>
                  </c:pt>
                  <c:pt idx="1">
                    <c:v>Refused Once</c:v>
                  </c:pt>
                  <c:pt idx="2">
                    <c:v>Refused 2+ Times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6.98</c:v>
                </c:pt>
                <c:pt idx="1">
                  <c:v>8.84</c:v>
                </c:pt>
                <c:pt idx="2">
                  <c:v>11.61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2B12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6B0E1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6B0E1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Credit Default Risk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3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red-flag applicants into green-lit decisions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Aroa  ·  Carla  ·  Paul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5EDE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 is a data analytics consultancy specialized in banking and consumer credit risk. This engagement simulates being brought in by a consumer credit lender serving clients with little or no formal banking history.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lender understand default risk to decide who to lend to, on what terms, and which products to grow or restrict.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one row per applicant, 307,493 cleaned records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— prior credit history at other institutions, 1,465,248 records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previous_application — prior Home Credit applications, 1,413,553 records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joined on SK_ID_CURR, modeled and loaded into MySQL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  ·  HOME CREDIT DEFAULT 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15600" y="8686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B0E1A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868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6B0E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applicant profiles concentrate default risk?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317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17.16%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among Low-skill Laborers — the single highest segment we found, more than double the portfolio average.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0299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signal from three different angles — job, housing, and education all point the same way, well above the 8.07% baseline.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09160" y="2606040"/>
          <a:ext cx="69494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709160" y="5074920"/>
            <a:ext cx="6949440" cy="685800"/>
          </a:xfrm>
          <a:prstGeom prst="roundRect">
            <a:avLst>
              <a:gd name="adj" fmla="val 13333"/>
            </a:avLst>
          </a:prstGeom>
          <a:solidFill>
            <a:srgbClr val="F5EDEC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5074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combined profiles are the clearest candidates for extra guarantees or stricter lending terms.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  ·  HOME CREDIT DEFAULT RISK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15600" y="8686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B0E1A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868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6B0E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prior credit history relate to default risk?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317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15.79%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for applicants with a troubled bureau history — the riskiest of three clear tiers.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10312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split cleanly into a 3-tier risk gradient by bureau credit history.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history: 7.62% default. No history on file: 10.13%. Troubled history: 15.79%.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sits closer to "troubled" than "clean" — worth pricing risk in three tiers, not two.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09160" y="5074920"/>
            <a:ext cx="6949440" cy="685800"/>
          </a:xfrm>
          <a:prstGeom prst="roundRect">
            <a:avLst>
              <a:gd name="adj" fmla="val 13333"/>
            </a:avLst>
          </a:prstGeom>
          <a:solidFill>
            <a:srgbClr val="F5EDEC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5074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history alone roughly doubles the observable risk range — a strong candidate for tiered pricing.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  ·  HOME CREDIT DEFAULT RISK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15600" y="8686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B0E1A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868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6B0E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returning client a better client than a new one?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317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8.19%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for returning clients overall, vs. 5.96% for brand-new applicants — the gap holds even for the cleanest returning-client histories.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10312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result: new clients default less (5.96%) than returning clients (8.19%).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driven by refusal history: previously-refused clients hit 10.32%, vs. 7.13% (clean) and 6.94% (canceled).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out application count and unused offers as the cause of the remaining gap — likely a selection effect the trimmed schema can't fully explain.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09160" y="5074920"/>
            <a:ext cx="6949440" cy="685800"/>
          </a:xfrm>
          <a:prstGeom prst="roundRect">
            <a:avLst>
              <a:gd name="adj" fmla="val 13333"/>
            </a:avLst>
          </a:prstGeom>
          <a:solidFill>
            <a:srgbClr val="F5EDEC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5074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and low risk aren't the same thing here — retention strategy may need its own risk lens.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  ·  HOME CREDIT DEFAULT RISK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15600" y="8686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B0E1A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868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6B0E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Were past rejections the right call?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317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20.93%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for applicants previously refused under reason code SCOFR — more than double the never-refused baseline.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0299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with every extra refusal — this isn't a one-time flag, it's a dose-response pattern.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09160" y="2606040"/>
          <a:ext cx="69494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709160" y="5074920"/>
            <a:ext cx="6949440" cy="685800"/>
          </a:xfrm>
          <a:prstGeom prst="roundRect">
            <a:avLst>
              <a:gd name="adj" fmla="val 13333"/>
            </a:avLst>
          </a:prstGeom>
          <a:solidFill>
            <a:srgbClr val="F5EDEC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5074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rejection criteria is picking up a real, persistent risk signal — not turning away good business by mistake.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  ·  HOME CREDIT DEFAULT RISK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15600" y="8686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B0E1A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868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6B0E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and channels concentrate risk?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317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11.28%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through the AP+ (Cash loan) channel — the single riskiest channel, and part of the riskiest product/channel combo.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10312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is the riskiest product (9.55%); AP+ (Cash loan) is the riskiest channel (11.28%).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Riskiest combination: XNA product through the AP+ channel, at 14.45%.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climbs steadily with yield group, from 6.38% (low) to 9.01% (high) — pricing already tracks risk here.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09160" y="5074920"/>
            <a:ext cx="6949440" cy="685800"/>
          </a:xfrm>
          <a:prstGeom prst="roundRect">
            <a:avLst>
              <a:gd name="adj" fmla="val 13333"/>
            </a:avLst>
          </a:prstGeom>
          <a:solidFill>
            <a:srgbClr val="F5EDEC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5074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and channels to restrict or re-price are now identified — pricing on yield group is already working as intended.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  ·  HOME CREDIT DEFAULT RISK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6B0E1A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Tighten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places the current process is right, or needs sharper tiers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Signals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Risk Profile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Low-skill occupation, unstable housing, and low education concentrate risk together. Screen for the combination, not one factor at a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20.93%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SCOFR = Real Red Flag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current rejection criteria. Refusals under this reason code predict real, persistent risk -- even after a later approval.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196596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 Range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9536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History, 3 Tiers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9536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no-history, and troubled span 7.62% to 15.79% default. No history behaves like troubled, not clean -- price it that way.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  ·  HOME CREDIT DEFAULT RISK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6B0E1A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to Rethink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pushes back on current assumptions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774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8.19% vs 5.96%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≠ Lower Risk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3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clients default more than brand-new ones. Retention pricing needs its own risk model, not a blanket loyalty discount.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6B0E1A"/>
          </a:solidFill>
          <a:ln/>
          <a:effectLst>
            <a:outerShdw sx="100000" sy="100000" kx="0" ky="0" algn="bl" rotWithShape="0" blurRad="76200" dist="38100" dir="5400000">
              <a:srgbClr val="2B121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23774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858000" y="3429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Combination Stands Out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3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XNA product sold through the AP+ (Cash loan) channel is disproportionately risky -- worth restricting or re-pricing on its own.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CRUNCHERS  ·  HOME CREDIT DEFAULT RISK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2026-08-14T07:03:18Z</dcterms:created>
  <dcterms:modified xsi:type="dcterms:W3CDTF">2026-08-14T07:03:18Z</dcterms:modified>
</cp:coreProperties>
</file>